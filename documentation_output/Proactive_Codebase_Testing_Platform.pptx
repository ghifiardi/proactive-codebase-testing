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Proactive Codebase Testing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Code Analysis</a:t>
            </a:r>
          </a:p>
          <a:p>
            <a:r>
              <a:t>Version 0.1.0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code analyzer using Claude API</a:t>
            </a:r>
          </a:p>
          <a:p>
            <a:r>
              <a:t>• Detects security vulnerabilities, bugs, and quality issues</a:t>
            </a:r>
          </a:p>
          <a:p>
            <a:r>
              <a:t>• Supports 20+ programming languages</a:t>
            </a:r>
          </a:p>
          <a:p>
            <a:r>
              <a:t>• Multiple interfaces: CLI, REST API, GitHub Actions</a:t>
            </a:r>
          </a:p>
          <a:p>
            <a:r>
              <a:t>• Production-ready with rate limiting, monitoring,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AI-Powered Analysis</a:t>
            </a:r>
          </a:p>
          <a:p>
            <a:r>
              <a:t>✅ Multi-Language Support (20+ languages)</a:t>
            </a:r>
          </a:p>
          <a:p>
            <a:r>
              <a:t>✅ Multiple Interfaces (CLI, API, CI/CD)</a:t>
            </a:r>
          </a:p>
          <a:p>
            <a:r>
              <a:t>✅ Flexible Output (JSON, HTML, SARIF)</a:t>
            </a:r>
          </a:p>
          <a:p>
            <a:r>
              <a:t>✅ Production Ready (Rate limiting, monitoring)</a:t>
            </a:r>
          </a:p>
          <a:p>
            <a:r>
              <a:t>✅ Comprehensive Testing (&gt;80% coverage)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Interfaces</a:t>
            </a:r>
          </a:p>
          <a:p>
            <a:r>
              <a:t>  • CLI Tool</a:t>
            </a:r>
          </a:p>
          <a:p>
            <a:r>
              <a:t>  • REST API</a:t>
            </a:r>
          </a:p>
          <a:p>
            <a:r>
              <a:t>  • GitHub Actions</a:t>
            </a:r>
          </a:p>
          <a:p/>
          <a:p>
            <a:r>
              <a:t>Core Engine</a:t>
            </a:r>
          </a:p>
          <a:p>
            <a:r>
              <a:t>  • Parser (Language detection)</a:t>
            </a:r>
          </a:p>
          <a:p>
            <a:r>
              <a:t>  • Analyzer (Claude API)</a:t>
            </a:r>
          </a:p>
          <a:p>
            <a:r>
              <a:t>  • Reporters (JSON, HTML, SARIF)</a:t>
            </a:r>
          </a:p>
          <a:p/>
          <a:p>
            <a:r>
              <a:t>Production Features</a:t>
            </a:r>
          </a:p>
          <a:p>
            <a:r>
              <a:t>  • Rate Limiting</a:t>
            </a:r>
          </a:p>
          <a:p>
            <a:r>
              <a:t>  • Monitoring &amp; Metrics</a:t>
            </a:r>
          </a:p>
          <a:p>
            <a:r>
              <a:t>  • Security Headers</a:t>
            </a:r>
          </a:p>
          <a:p>
            <a:r>
              <a:t>  •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Analyzes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🔒 Security Vulnerabilities</a:t>
            </a:r>
          </a:p>
          <a:p>
            <a:r>
              <a:t>  • SQL Injection, XSS, Authentication issues</a:t>
            </a:r>
          </a:p>
          <a:p>
            <a:r>
              <a:t>  • Hardcoded secrets, Insecure deserialization</a:t>
            </a:r>
          </a:p>
          <a:p/>
          <a:p>
            <a:r>
              <a:t>🐛 Bugs</a:t>
            </a:r>
          </a:p>
          <a:p>
            <a:r>
              <a:t>  • Null pointers, Resource leaks</a:t>
            </a:r>
          </a:p>
          <a:p>
            <a:r>
              <a:t>  • Race conditions, Logic errors</a:t>
            </a:r>
          </a:p>
          <a:p/>
          <a:p>
            <a:r>
              <a:t>✨ Code Quality</a:t>
            </a:r>
          </a:p>
          <a:p>
            <a:r>
              <a:t>  • Code smells, Anti-patterns</a:t>
            </a:r>
          </a:p>
          <a:p>
            <a:r>
              <a:t>  • Best practice violations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CLI:</a:t>
            </a:r>
          </a:p>
          <a:p>
            <a:r>
              <a:t>  python -m src.cli.main analyze . --format html</a:t>
            </a:r>
          </a:p>
          <a:p/>
          <a:p>
            <a:r>
              <a:t>REST API:</a:t>
            </a:r>
          </a:p>
          <a:p>
            <a:r>
              <a:t>  POST /api/analyze</a:t>
            </a:r>
          </a:p>
          <a:p>
            <a:r>
              <a:t>  { "code": "...", "language": "python" }</a:t>
            </a:r>
          </a:p>
          <a:p/>
          <a:p>
            <a:r>
              <a:t>GitHub Actions:</a:t>
            </a:r>
          </a:p>
          <a:p>
            <a:r>
              <a:t>  Automatic scanning on push/PR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(Langkah 1-12)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Langkah 1-3: Core Foundation</a:t>
            </a:r>
          </a:p>
          <a:p>
            <a:r>
              <a:t>✅ Langkah 4: Reporters (JSON, HTML, SARIF)</a:t>
            </a:r>
          </a:p>
          <a:p>
            <a:r>
              <a:t>✅ Langkah 5: CLI Interface</a:t>
            </a:r>
          </a:p>
          <a:p>
            <a:r>
              <a:t>✅ Langkah 6: REST API</a:t>
            </a:r>
          </a:p>
          <a:p>
            <a:r>
              <a:t>✅ Langkah 7: GitHub Integration</a:t>
            </a:r>
          </a:p>
          <a:p>
            <a:r>
              <a:t>✅ Langkah 8: Testing (&gt;80% coverage)</a:t>
            </a:r>
          </a:p>
          <a:p>
            <a:r>
              <a:t>✅ Langkah 9: Docker Optimization</a:t>
            </a:r>
          </a:p>
          <a:p>
            <a:r>
              <a:t>✅ Langkah 10: Advanced CI/CD</a:t>
            </a:r>
          </a:p>
          <a:p>
            <a:r>
              <a:t>✅ Langkah 11: Extended Documentation</a:t>
            </a:r>
          </a:p>
          <a:p>
            <a:r>
              <a:t>✅ Langkah 12: Production Hardening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🔒 Security</a:t>
            </a:r>
          </a:p>
          <a:p>
            <a:r>
              <a:t>  • Rate limiting (per-IP)</a:t>
            </a:r>
          </a:p>
          <a:p>
            <a:r>
              <a:t>  • Security headers (XSS, CSP, etc.)</a:t>
            </a:r>
          </a:p>
          <a:p>
            <a:r>
              <a:t>  • Error handling</a:t>
            </a:r>
          </a:p>
          <a:p/>
          <a:p>
            <a:r>
              <a:t>📊 Monitoring</a:t>
            </a:r>
          </a:p>
          <a:p>
            <a:r>
              <a:t>  • Request/response timing</a:t>
            </a:r>
          </a:p>
          <a:p>
            <a:r>
              <a:t>  • Analysis statistics</a:t>
            </a:r>
          </a:p>
          <a:p>
            <a:r>
              <a:t>  • Performance metrics</a:t>
            </a:r>
          </a:p>
          <a:p/>
          <a:p>
            <a:r>
              <a:t>📝 Logging</a:t>
            </a:r>
          </a:p>
          <a:p>
            <a:r>
              <a:t>  • Rotating file handlers</a:t>
            </a:r>
          </a:p>
          <a:p>
            <a:r>
              <a:t>  • Structured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🐳 Docker</a:t>
            </a:r>
          </a:p>
          <a:p>
            <a:r>
              <a:t>  docker-compose up</a:t>
            </a:r>
          </a:p>
          <a:p/>
          <a:p>
            <a:r>
              <a:t>☁️ Cloud Platforms</a:t>
            </a:r>
          </a:p>
          <a:p>
            <a:r>
              <a:t>  • Heroku, AWS, GCP, Azure</a:t>
            </a:r>
          </a:p>
          <a:p/>
          <a:p>
            <a:r>
              <a:t>☸️ Kubernetes</a:t>
            </a:r>
          </a:p>
          <a:p>
            <a:r>
              <a:t>  • Full K8s manifests included</a:t>
            </a:r>
          </a:p>
          <a:p/>
          <a:p>
            <a:r>
              <a:t>💻 Local</a:t>
            </a:r>
          </a:p>
          <a:p>
            <a:r>
              <a:t>  python -m src.cli.main analyze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Code</a:t>
            </a:r>
          </a:p>
          <a:p>
            <a:r>
              <a:t>  • 21 Python files</a:t>
            </a:r>
          </a:p>
          <a:p>
            <a:r>
              <a:t>  • ~4,600 lines of code</a:t>
            </a:r>
          </a:p>
          <a:p/>
          <a:p>
            <a:r>
              <a:t>✅ Testing</a:t>
            </a:r>
          </a:p>
          <a:p>
            <a:r>
              <a:t>  • &gt;80% code coverage</a:t>
            </a:r>
          </a:p>
          <a:p>
            <a:r>
              <a:t>  • 40+ unit tests</a:t>
            </a:r>
          </a:p>
          <a:p/>
          <a:p>
            <a:r>
              <a:t>📚 Documentation</a:t>
            </a:r>
          </a:p>
          <a:p>
            <a:r>
              <a:t>  • 3,500+ lines of docs</a:t>
            </a:r>
          </a:p>
          <a:p>
            <a:r>
              <a:t>  • Complete API reference</a:t>
            </a:r>
          </a:p>
          <a:p/>
          <a:p>
            <a:r>
              <a:t>🚀 CI/CD</a:t>
            </a:r>
          </a:p>
          <a:p>
            <a:r>
              <a:t>  • 5 GitHub Actions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Get Anthropic API Key</a:t>
            </a:r>
          </a:p>
          <a:p>
            <a:r>
              <a:t>2. Install dependencies</a:t>
            </a:r>
          </a:p>
          <a:p>
            <a:r>
              <a:t>3. Run first analysis</a:t>
            </a:r>
          </a:p>
          <a:p>
            <a:r>
              <a:t>4. Integrate with CI/CD</a:t>
            </a:r>
          </a:p>
          <a:p>
            <a:r>
              <a:t>5. Deploy to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Proactive Codebase Testing Platform</a:t>
            </a:r>
          </a:p>
          <a:p/>
          <a:p>
            <a:r>
              <a:t>Made with ❤️ for secure, clean code</a:t>
            </a:r>
          </a:p>
          <a:p/>
          <a:p>
            <a:r>
              <a:t>Documentation: docs/</a:t>
            </a:r>
          </a:p>
          <a:p>
            <a:r>
              <a:t>Examples: examples/</a:t>
            </a:r>
          </a:p>
          <a:p/>
          <a:p>
            <a:r>
              <a:t>Version 0.1.0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